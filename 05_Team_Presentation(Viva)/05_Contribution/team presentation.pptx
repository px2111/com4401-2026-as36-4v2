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162ea0cff72b4b11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h162ea0cff72b4b11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h162ea0cff72b4b11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62ea0cff72b4b11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h162ea0cff72b4b11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162ea0cff72b4b11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62ea0cff72b4b1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h162ea0cff72b4b1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h162ea0cff72b4b1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MP4: we didnt use any AI when doing our cyber security </a:t>
            </a:r>
            <a:r>
              <a:rPr lang="en-US"/>
              <a:t>research, this is because we needed to source all of our information and I dont think AI can reliably source totally accurate / reliable information since it the client brief specifically asked to use Harvard referencing and to also </a:t>
            </a:r>
            <a:endParaRPr/>
          </a:p>
        </p:txBody>
      </p:sp>
      <p:sp>
        <p:nvSpPr>
          <p:cNvPr id="124" name="Google Shape;1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Communication</a:t>
            </a:r>
            <a:r>
              <a:rPr lang="en-US"/>
              <a:t> between was poor, for example haneef struggled to do his allocated work multiple times and </a:t>
            </a:r>
            <a:r>
              <a:rPr lang="en-US"/>
              <a:t>didn't</a:t>
            </a:r>
            <a:r>
              <a:rPr lang="en-US"/>
              <a:t> inform any of the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evidencing could of been done a lot better, the github repository could of been used a lot better and </a:t>
            </a:r>
            <a:r>
              <a:rPr lang="en-US"/>
              <a:t>wasn't</a:t>
            </a:r>
            <a:r>
              <a:rPr lang="en-US"/>
              <a:t> utilised as well as it could of been</a:t>
            </a:r>
            <a:endParaRPr/>
          </a:p>
        </p:txBody>
      </p:sp>
      <p:sp>
        <p:nvSpPr>
          <p:cNvPr id="132" name="Google Shape;1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">
  <p:cSld name="SIMPLE">
    <p:bg>
      <p:bgPr>
        <a:solidFill>
          <a:srgbClr val="F6EFE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COM4401 · Team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Introduction to Computing</a:t>
            </a:r>
            <a:endParaRPr sz="3600"/>
          </a:p>
        </p:txBody>
      </p:sp>
      <p:sp>
        <p:nvSpPr>
          <p:cNvPr id="22" name="Google Shape;22;p4"/>
          <p:cNvSpPr txBox="1"/>
          <p:nvPr/>
        </p:nvSpPr>
        <p:spPr>
          <a:xfrm>
            <a:off x="640080" y="106721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Brian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Henry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Wayne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Haneef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Pendeli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757" y="1067199"/>
            <a:ext cx="6260419" cy="35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Meet the team</a:t>
            </a:r>
            <a:endParaRPr sz="3600"/>
          </a:p>
        </p:txBody>
      </p:sp>
      <p:sp>
        <p:nvSpPr>
          <p:cNvPr id="31" name="Google Shape;31;p5"/>
          <p:cNvSpPr txBox="1"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Haneef + Wayne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Intro and MP1 PC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[Name 2]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MP1 SQL demo, reflection and GAI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[Name 3]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MP2 Software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Brian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MP3 Networking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MP4 Security,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[Team]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 and Q&amp;A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F</a:t>
            </a:r>
            <a:r>
              <a:rPr lang="en-US" sz="3600">
                <a:solidFill>
                  <a:schemeClr val="dk1"/>
                </a:solidFill>
              </a:rPr>
              <a:t>our mini demos</a:t>
            </a:r>
            <a:endParaRPr sz="3600"/>
          </a:p>
        </p:txBody>
      </p:sp>
      <p:sp>
        <p:nvSpPr>
          <p:cNvPr id="39" name="Google Shape;39;p6"/>
          <p:cNvSpPr txBox="1"/>
          <p:nvPr/>
        </p:nvSpPr>
        <p:spPr>
          <a:xfrm>
            <a:off x="640080" y="178308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MP1 Computing: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Wayne + Haneef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MP2 Software: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MP3 Networking: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Pandeli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MP4 Security: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GA:I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Task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Task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MP1: Computing</a:t>
            </a:r>
            <a:endParaRPr sz="3600"/>
          </a:p>
        </p:txBody>
      </p:sp>
      <p:sp>
        <p:nvSpPr>
          <p:cNvPr id="47" name="Google Shape;47;p7"/>
          <p:cNvSpPr txBox="1"/>
          <p:nvPr/>
        </p:nvSpPr>
        <p:spPr>
          <a:xfrm>
            <a:off x="640080" y="1200155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[What did the client need a computer and a database to do?]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PC architecture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 hardware you chose and why it fits the brief]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SQL database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 tables you designed and what they store]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 decision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choice you made and the alternative you rejected]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40080" y="45720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MP1: Computing</a:t>
            </a:r>
            <a:endParaRPr sz="3600"/>
          </a:p>
        </p:txBody>
      </p:sp>
      <p:sp>
        <p:nvSpPr>
          <p:cNvPr id="55" name="Google Shape;55;p8"/>
          <p:cNvSpPr txBox="1"/>
          <p:nvPr/>
        </p:nvSpPr>
        <p:spPr>
          <a:xfrm>
            <a:off x="640080" y="118873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[Which security topic did you explain, and for whom?]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Our solution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explanation approach and the sources behind it]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 decision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choice about content or sources, and why]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 txBox="1"/>
          <p:nvPr>
            <p:ph idx="4294967295" type="sldNum"/>
          </p:nvPr>
        </p:nvSpPr>
        <p:spPr>
          <a:xfrm>
            <a:off x="8046720" y="47091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Mini demo: query live data</a:t>
            </a:r>
            <a:endParaRPr sz="3600"/>
          </a:p>
        </p:txBody>
      </p:sp>
      <p:sp>
        <p:nvSpPr>
          <p:cNvPr id="63" name="Google Shape;63;p9"/>
          <p:cNvSpPr txBox="1"/>
          <p:nvPr/>
        </p:nvSpPr>
        <p:spPr>
          <a:xfrm>
            <a:off x="640080" y="1019755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Open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database, opened from the GitHub repo]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Run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SELECT query, short enough to explain]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Show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[Real, correct rows. Point at one result.]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Backup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[Paste a screenshot here, or link your recorded fallback video]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640080" y="45720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MP2: Software Engineering</a:t>
            </a:r>
            <a:endParaRPr sz="3600"/>
          </a:p>
        </p:txBody>
      </p:sp>
      <p:sp>
        <p:nvSpPr>
          <p:cNvPr id="71" name="Google Shape;71;p10"/>
          <p:cNvSpPr txBox="1"/>
          <p:nvPr/>
        </p:nvSpPr>
        <p:spPr>
          <a:xfrm>
            <a:off x="640080" y="118873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[What did Pennine Pizza Works need the program to do?]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Our solution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 program you designed: flowchart, logic, testing]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 decision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design choice and the alternative you rejected]</a:t>
            </a:r>
            <a:endParaRPr b="1" sz="2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 txBox="1"/>
          <p:nvPr>
            <p:ph idx="4294967295" type="sldNum"/>
          </p:nvPr>
        </p:nvSpPr>
        <p:spPr>
          <a:xfrm>
            <a:off x="8046720" y="47091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Mini demo: run the program</a:t>
            </a:r>
            <a:endParaRPr sz="3600"/>
          </a:p>
        </p:txBody>
      </p:sp>
      <p:sp>
        <p:nvSpPr>
          <p:cNvPr id="79" name="Google Shape;79;p11"/>
          <p:cNvSpPr txBox="1"/>
          <p:nvPr/>
        </p:nvSpPr>
        <p:spPr>
          <a:xfrm>
            <a:off x="640080" y="1051555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Open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Flowgorithm file, opened from the GitHub repo]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Run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typical order as test input]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Show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 correct output, then one edge case]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Backup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[Paste a screenshot here, or link your recorded fallback video]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640080" y="45720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MP3: Networking</a:t>
            </a:r>
            <a:endParaRPr sz="3600"/>
          </a:p>
        </p:txBody>
      </p:sp>
      <p:sp>
        <p:nvSpPr>
          <p:cNvPr id="87" name="Google Shape;87;p12"/>
          <p:cNvSpPr txBox="1"/>
          <p:nvPr/>
        </p:nvSpPr>
        <p:spPr>
          <a:xfrm>
            <a:off x="640080" y="118873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D582C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lang="en-US" sz="2000">
                <a:solidFill>
                  <a:srgbClr val="2E2A26"/>
                </a:solidFill>
                <a:latin typeface="Calibri"/>
                <a:ea typeface="Calibri"/>
                <a:cs typeface="Calibri"/>
                <a:sym typeface="Calibri"/>
              </a:rPr>
              <a:t>[What did the studio need from its network?]</a:t>
            </a:r>
            <a:endParaRPr sz="2000">
              <a:solidFill>
                <a:srgbClr val="2E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D582C"/>
                </a:solidFill>
                <a:latin typeface="Calibri"/>
                <a:ea typeface="Calibri"/>
                <a:cs typeface="Calibri"/>
                <a:sym typeface="Calibri"/>
              </a:rPr>
              <a:t>Our solution  </a:t>
            </a:r>
            <a:r>
              <a:rPr lang="en-US" sz="2000">
                <a:solidFill>
                  <a:srgbClr val="2E2A26"/>
                </a:solidFill>
                <a:latin typeface="Calibri"/>
                <a:ea typeface="Calibri"/>
                <a:cs typeface="Calibri"/>
                <a:sym typeface="Calibri"/>
              </a:rPr>
              <a:t>[Your layout: devices, addressing and services]</a:t>
            </a:r>
            <a:endParaRPr sz="2000">
              <a:solidFill>
                <a:srgbClr val="2E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D582C"/>
                </a:solidFill>
                <a:latin typeface="Calibri"/>
                <a:ea typeface="Calibri"/>
                <a:cs typeface="Calibri"/>
                <a:sym typeface="Calibri"/>
              </a:rPr>
              <a:t>One decision  </a:t>
            </a:r>
            <a:r>
              <a:rPr lang="en-US" sz="2000">
                <a:solidFill>
                  <a:srgbClr val="2E2A26"/>
                </a:solidFill>
                <a:latin typeface="Calibri"/>
                <a:ea typeface="Calibri"/>
                <a:cs typeface="Calibri"/>
                <a:sym typeface="Calibri"/>
              </a:rPr>
              <a:t>[A design choice and the alternative you rejected]</a:t>
            </a:r>
            <a:endParaRPr sz="2000">
              <a:solidFill>
                <a:srgbClr val="2E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 txBox="1"/>
          <p:nvPr>
            <p:ph idx="4294967295" type="sldNum"/>
          </p:nvPr>
        </p:nvSpPr>
        <p:spPr>
          <a:xfrm>
            <a:off x="8046720" y="47091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Mini demo: ping the network</a:t>
            </a:r>
            <a:endParaRPr sz="3600"/>
          </a:p>
        </p:txBody>
      </p:sp>
      <p:sp>
        <p:nvSpPr>
          <p:cNvPr id="95" name="Google Shape;95;p13"/>
          <p:cNvSpPr txBox="1"/>
          <p:nvPr/>
        </p:nvSpPr>
        <p:spPr>
          <a:xfrm>
            <a:off x="640080" y="1082055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Open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Filius simulation, opened from the GitHub repo]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Run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ping or browser request: from which machine to which]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Show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successful reply across the network]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Backup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[Paste a screenshot here, or link your recorded fallback video]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MP4: Cyber Security</a:t>
            </a:r>
            <a:endParaRPr sz="3600"/>
          </a:p>
        </p:txBody>
      </p:sp>
      <p:sp>
        <p:nvSpPr>
          <p:cNvPr id="103" name="Google Shape;103;p14"/>
          <p:cNvSpPr txBox="1"/>
          <p:nvPr/>
        </p:nvSpPr>
        <p:spPr>
          <a:xfrm>
            <a:off x="640080" y="118873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[Which security topic did you explain, and for whom?]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Our solution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explanation approach and the sources behind it]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 decision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 choice about content or sources, and why]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Mini demo: </a:t>
            </a:r>
            <a:r>
              <a:rPr lang="en-US"/>
              <a:t>MFA </a:t>
            </a:r>
            <a:endParaRPr sz="3600"/>
          </a:p>
        </p:txBody>
      </p:sp>
      <p:sp>
        <p:nvSpPr>
          <p:cNvPr id="111" name="Google Shape;111;p15"/>
          <p:cNvSpPr txBox="1"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Open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awareness piece, opened from the GitHub repo]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Read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[Your strongest explanation, about 30 seconds]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Point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reference, and why it is a good source]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Backup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[Paste a screenshot here, or link your recorded fallback video]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What links the four projects</a:t>
            </a:r>
            <a:endParaRPr sz="3600"/>
          </a:p>
        </p:txBody>
      </p:sp>
      <p:sp>
        <p:nvSpPr>
          <p:cNvPr id="119" name="Google Shape;119;p16"/>
          <p:cNvSpPr txBox="1"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How they connect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sentence linking computing, software, networking and security]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went well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thing the team is proud of]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was hard or unfinished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[Be honest: one challenge and what you would fix next]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we learned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lesson across all four projects]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How we used and checked GAI</a:t>
            </a:r>
            <a:endParaRPr sz="3600"/>
          </a:p>
        </p:txBody>
      </p:sp>
      <p:sp>
        <p:nvSpPr>
          <p:cNvPr id="127" name="Google Shape;127;p17"/>
          <p:cNvSpPr txBox="1"/>
          <p:nvPr/>
        </p:nvSpPr>
        <p:spPr>
          <a:xfrm>
            <a:off x="640080" y="1112530"/>
            <a:ext cx="7863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MP1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[Tool and task]  →  [How we checked or corrected it]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MP2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[Tool and task]  →  [How we checked or corrected it]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MP3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[Tool and task]  →  [How we checked or corrected it]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MP4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used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our research we avoided using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Conclusion and questions ?</a:t>
            </a:r>
            <a:endParaRPr sz="3600"/>
          </a:p>
        </p:txBody>
      </p:sp>
      <p:sp>
        <p:nvSpPr>
          <p:cNvPr id="135" name="Google Shape;135;p18"/>
          <p:cNvSpPr txBox="1"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Takeaway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overall, we as a team believe that we could of communicated better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Q&amp;A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anyone have questions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>
            <p:ph idx="4294967295" type="sldNum"/>
          </p:nvPr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arm Simple">
  <a:themeElements>
    <a:clrScheme name="Warm Simple">
      <a:dk1>
        <a:srgbClr val="2E2A26"/>
      </a:dk1>
      <a:lt1>
        <a:srgbClr val="FFFFFF"/>
      </a:lt1>
      <a:dk2>
        <a:srgbClr val="637052"/>
      </a:dk2>
      <a:lt2>
        <a:srgbClr val="F6EFE4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F0E2C8"/>
      </a:accent5>
      <a:accent6>
        <a:srgbClr val="94A088"/>
      </a:accent6>
      <a:hlink>
        <a:srgbClr val="BD582C"/>
      </a:hlink>
      <a:folHlink>
        <a:srgbClr val="8656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rm Simple">
  <a:themeElements>
    <a:clrScheme name="Warm Simple">
      <a:dk1>
        <a:srgbClr val="2E2A26"/>
      </a:dk1>
      <a:lt1>
        <a:srgbClr val="FFFFFF"/>
      </a:lt1>
      <a:dk2>
        <a:srgbClr val="637052"/>
      </a:dk2>
      <a:lt2>
        <a:srgbClr val="F6EFE4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F0E2C8"/>
      </a:accent5>
      <a:accent6>
        <a:srgbClr val="94A088"/>
      </a:accent6>
      <a:hlink>
        <a:srgbClr val="BD582C"/>
      </a:hlink>
      <a:folHlink>
        <a:srgbClr val="8656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